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ManropeSemiBold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ManropeSemiBold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-regular.fntdata"/><Relationship Id="rId25" Type="http://schemas.openxmlformats.org/officeDocument/2006/relationships/font" Target="fonts/Poppins-boldItalic.fntdata"/><Relationship Id="rId27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KrishiRakshak (कृषि रक्षक)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India records 8,000+ farm fatalities annually from pesticide poisoning, heat stroke, tractor accidents, and unsafe chemical handling. 600 million farmers lack real-time, voice-first AI safety guidance in Hindi.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Ghazi Anwer — General Manager IT, Safe Lanes Consultants Pte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KrishiRakshak is an AI-powered agricultural safety assistant for Indian farmers, built on 10 AWS services. Farmers ask safety questions by voice in Hindi, detect field hazards via camera, complete AI-generated Job Hazard Analysis checklists for 8 crop types, get personalised safety tips, and discover government schemes — all via a Progressive Web App that works offline on any smartphone.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Live URL: d2e3izstdqba08.cloudfront.net  |  GitHub: github.com/Sameer786/krishirakshak-ai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Farmers cannot read safety manuals and need real-time conversational guidance. AI enables: (1) Voice Q&amp;A via Bedrock RAG answering Hindi safety questions; (2) Computer vision via Rekognition to detect hazards without literacy requirements; (3) Dynamic JHA generation tailored to specific crops, tasks and seasons — impossible with static content.</a:t>
            </a: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10 services in ap-south-1 (Mumbai): Amazon Bedrock (KB PIMCAVAB8S) for RAG Q&amp;A with Claude 3 Haiku. Lambda for serverless compute. API Gateway (jd7dn6udrf) for 3 REST routes (/query, /analyze, /tts). Rekognition for farm hazard image analysis. Polly for Hindi TTS (Aditi voice). DynamoDB for activity logging. S3 + CloudFront for PWA hosting. IAM + CloudWatch for security and monitoring.</a:t>
            </a: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Transforms a static safety manual into a living, conversational advisor. A farmer asks "Pesticide kaise chhidake?" and hears a spoken Hindi answer in under 3 seconds. Camera-based hazard detection replaces expensive expert visits. 8 AI-generated JHA templates replace paper checklists. Estimated impact: 30% reduction in preventable farm accidents.</a:t>
            </a: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1. Voice Q&amp;A — Ask safety questions in Hindi/English. Bedrock RAG answers, Amazon Polly speaks the response. Zero reading required.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2. AI Hazard Detection — Point camera at field or equipment. Rekognition identifies pesticide containers, unsafe postures, missing PPE instantly.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3. JHA Safety Checklists — 8 pre-built templates: Pesticide Spraying, Tractor Operation, Harvesting, Irrigation, Fertilizer, Night Work, Heavy Equipment, Chemical Storage.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4. User Profile — Farmer sets name, location, crop type. App delivers personalised daily safety tips and seasonal hazard warnings.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5. Government Schemes Directory — 8 national schemes (PM-KISAN, PMFBY, KCC, Soil Health Card, eNAM etc.) with search and direct apply links.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6. Offline-First PWA — Installable on any phone, works without internet. Built for low-connectivity rural India.</a:t>
            </a: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See Slide 5 (Process Flow), Slide 6 (App Wireframes), and Slide 7 (AWS Architecture Diagram) for visual representations.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 xml:space="preserve"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Frontend: React 18 + Vite, Tailwind CSS v4, React Router v6, Progressive Web App (offline-first), Web Speech API for voice input, JavaScript ES2022.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AWS Services (10 total): Amazon Bedrock (GenAI/RAG) | Rekognition (Computer Vision) | Polly (Hindi TTS) | API Gateway | Lambda (Node.js 18, ARM64) | DynamoDB | S3 | CloudFront | IAM | CloudWatch.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Deployment: AWS CLI, S3 sync + CloudFront invalidation via shell scripts. Region: ap-south-1. Fully serverless — zero EC2, auto-scales 0 to 1,000+ concurrent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Monthly cost for 1,000 active farmers: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Bedrock (Claude 3 Haiku RAG): ~$2-5/month  |  Rekognition: ~$1/month  |  Polly TTS: ~$0.40/month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Lambda + API Gateway + DynamoDB + S3 + CloudFront + IAM + CloudWatch: FREE (within AWS free tier)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Total: ~$4-7/month for 1,000 farmers = less than Rs.0.60 per farmer per month.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At 10,000 farmers: ~$40-70/month. True pay-per-use — $0 when idle.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[Insert screenshots from live app — d2e3izstdqba08.cloudfront.net]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Recommended: Home screen | Voice Q&amp;A with Hindi response | Hazard Detection result | JHA Checklist | User Profile | Govt Schemes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Response times (live deployment, ap-south-1):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Bedrock RAG Voice Q&amp;A: 2.0-3.5 sec  |  Rekognition Hazard Detection: 1.2-2.0 sec  |  Polly Hindi TTS: 0.8-1.5 sec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CloudFront PWA page load: ~0.4 sec (cached)  |  DynamoDB write: under 30ms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Reliability: 99.9%+ uptime, fully serverless, no single point of failure.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Scalability: Lambda auto-scales 0 to 1,000+ concurrent executions.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PWA Lighthouse: Performance 85 | Accessibility 92 | Best Practices 95 | SEO 90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Phase 2 (Q2 2026): Multi-language — Tamil, Telugu, Marathi, Bengali via Amazon Translate + Polly. WhatsApp integration.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Phase 3 (Q3 2026): Crop disease detection from leaf photos (custom Rekognition model). Auto-generate PMFBY claims.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Phase 4 (Q4 2026): FPO dashboard for 100+ farmers. PM-KISAN + eNAM API integration. IoT weather alerts.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Business: B2G (State Agri Depts) | B2B (agri-input companies) | Freemium (premium crop analytics).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Target: 1 million farmers by 2027. 30% reduction in preventable farm accidents.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https://github.com/Sameer786/krishirakshak-ai  (Branch: deploy/s3-cloudfront)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[INSERT YOUTUBE / GOOGLE DRIVE LINK AFTER RECORDING]  |  Live App: https://d2e3izstdqba08.cloudfront.net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
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Manrope SemiBold"/>
      <p:regular r:id="rId20"/>
      <p:bold r:id="rId21"/>
    </p:embeddedFont>
    <p:embeddedFont>
      <p:font typeface="Poppins"/>
      <p:regular r:id="rId22"/>
      <p:bold r:id="rId23"/>
      <p:italic r:id="rId24"/>
      <p:boldItalic r:id="rId25"/>
    </p:embeddedFont>
    <p:embeddedFont>
      <p:font typeface="Manrope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ManropeSemiBold-regular.fntdata"/><Relationship Id="rId21" Type="http://schemas.openxmlformats.org/officeDocument/2006/relationships/font" Target="fonts/ManropeSemiBold-bold.fntdata"/><Relationship Id="rId22" Type="http://schemas.openxmlformats.org/officeDocument/2006/relationships/font" Target="fonts/Poppins-regular.fntdata"/><Relationship Id="rId23" Type="http://schemas.openxmlformats.org/officeDocument/2006/relationships/font" Target="fonts/Poppins-bold.fntdata"/><Relationship Id="rId24" Type="http://schemas.openxmlformats.org/officeDocument/2006/relationships/font" Target="fonts/Poppins-italic.fntdata"/><Relationship Id="rId25" Type="http://schemas.openxmlformats.org/officeDocument/2006/relationships/font" Target="fonts/Poppins-boldItalic.fntdata"/><Relationship Id="rId26" Type="http://schemas.openxmlformats.org/officeDocument/2006/relationships/font" Target="fonts/Manrope-regular.fntdata"/><Relationship Id="rId27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6c7e621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6c7e621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6c7e6215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6c7e6215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6c7e6215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6c7e6215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6c7e62156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6c7e62156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6c7e62156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6c7e62156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6c7e6215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6c7e6215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6c7e62156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b6c7e62156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6c7e62156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6c7e62156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91012bb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91012b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b91012bb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b91012bb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b91012bb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b91012bb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1012bb2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1012bb2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6c7e6215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b6c7e6215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rtscfghgboard – 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83675" y="3446998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Gwonder</a:t>
            </a:r>
          </a:p>
        </p:txBody>
      </p:sp>
      <p:sp>
        <p:nvSpPr>
          <p:cNvPr id="56" name="Google Shape;56;p13"/>
          <p:cNvSpPr txBox="1"/>
          <p:nvPr/>
        </p:nvSpPr>
        <p:spPr>
          <a:xfrm>
            <a:off x="383680" y="429816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India records 8,000+ farm fatalities annually from pesticide poisoning, heat stroke, tractor accidents, and unsafe chemical handling. 600 million farmers lack real-time, voice-first AI safety guidance in Hindi.</a:t>
            </a:r>
          </a:p>
        </p:txBody>
      </p:sp>
      <p:sp>
        <p:nvSpPr>
          <p:cNvPr id="57" name="Google Shape;57;p13"/>
          <p:cNvSpPr txBox="1"/>
          <p:nvPr/>
        </p:nvSpPr>
        <p:spPr>
          <a:xfrm>
            <a:off x="383663" y="3854458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Ghazi Anwer — General Manager IT, Safe Lanes Consultants Pte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11700" y="86355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Brief about the Idea: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KrishiRakshak is an AI-powered agricultural safety assistant for Indian farmers, built on 10 AWS services. Farmers ask safety questions by voice in Hindi, detect field hazards via camera, complete AI-generated Job Hazard Analysis checklists for 8 crop types, get personalised safety tips, and discover government schemes — all via a Progressive Web App that works offline on any smartphone.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Live URL: d2e3izstdqba08.cloudfront.net  |  GitHub: github.com/Sameer786/krishirakshak-ai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5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311700" y="863550"/>
            <a:ext cx="62679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Your solution should be able to explain the following: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Why AI is required in your solution?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Farmers cannot read safety manuals and need real-time conversational guidance. AI enables: (1) Voice Q&amp;A via Bedrock RAG answering Hindi safety questions; (2) Computer vision via Rekognition to detect hazards without literacy requirements; (3) Dynamic JHA generation tailored to specific crops, tasks and seasons — impossible with static content.</a:t>
            </a: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How AWS services are used within your architecture?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10 services in ap-south-1 (Mumbai): Amazon Bedrock (KB PIMCAVAB8S) for RAG Q&amp;A with Claude 3 Haiku. Lambda for serverless compute. API Gateway (jd7dn6udrf) for 3 REST routes (/query, /analyze, /tts). Rekognition for farm hazard image analysis. Polly for Hindi TTS (Aditi voice). DynamoDB for activity logging. S3 + CloudFront for PWA hosting. IAM + CloudWatch for security and monitoring.</a:t>
            </a: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ts val="1600"/>
              <a:buFont typeface="Manrope SemiBold"/>
              <a:buChar char="●"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What value the AI layer adds to the user experience?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Transforms a static safety manual into a living, conversational advisor. A farmer asks "Pesticide kaise chhidake?" and hears a spoken Hindi answer in under 3 seconds. Camera-based hazard detection replaces expensive expert visits. 8 AI-generated JHA templates replace paper checklists. Estimated impact: 30% reduction in preventable farm accidents.</a:t>
            </a: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t/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List of features offered by the solution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1. Voice Q&amp;A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— Ask safety questions in Hindi/English. Bedrock RAG answers, Amazon Polly speaks the response. Zero reading required.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2. AI Hazard Detection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— Point camera at field or equipment. Rekognition identifies pesticide containers, unsafe postures, missing PPE instantly.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3. JHA Safety Checklists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— 8 pre-built templates: Pesticide Spraying, Tractor Operation, Harvesting, Irrigation, Fertilizer, Night Work, Heavy Equipment, Chemical Storage.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4. User Profile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— Farmer sets name, location, crop type. App delivers personalised daily safety tips and seasonal hazard warnings.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5. Government Schemes Directory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— 8 national schemes (PM-KISAN, PMFBY, KCC, Soil Health Card, eNAM etc.) with search and direct apply links.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6. Offline-First PWA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— Installable on any phone, works without internet. Built for low-connectivity rural India.</a:t>
            </a: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434343"/>
                </a:solidFill>
                <a:latin typeface="Manrope"/>
                <a:ea typeface="Manrope"/>
                <a:cs typeface="Manrope"/>
                <a:sym typeface="Manrope"/>
              </a:rPr>
              <a:t>It is always better to add a few visual representations (drawings/sketches/illustrations etc.) to your presentation, it adds to the power through which it reaches the audience.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See Slide 5 (Process Flow), Slide 6 (App Wireframes), and Slide 7 (AWS Architecture Diagram) for visual representations.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7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Process flow diagram or Use-case diagram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434343"/>
                </a:solidFill>
                <a:latin typeface="Manrope"/>
                <a:ea typeface="Manrope"/>
                <a:cs typeface="Manrope"/>
                <a:sym typeface="Manrope"/>
              </a:rPr>
              <a:t>Add a flow diagram or a use case diagram or an architecture diagram.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82" name="Picture 81" descr="slide5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63550"/>
            <a:ext cx="8744000" cy="3479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8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 xml:space="preserve">Wireframes/Mock diagrams of the proposed solution 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88" name="Picture 87" descr="slide6_wirefram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63550"/>
            <a:ext cx="8744000" cy="34799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9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9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Architecture diagram of the proposed solution: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94" name="Picture 93" descr="slide7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63550"/>
            <a:ext cx="8744000" cy="34799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0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0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Technologies utilized in the solution: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Frontend: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React 18 + Vite, Tailwind CSS v4, React Router v6, Progressive Web App (offline-first), Web Speech API for voice input, JavaScript ES2022.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AWS Services (10 total):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Amazon Bedrock (GenAI/RAG) | Rekognition (Computer Vision) | Polly (Hindi TTS) | API Gateway | Lambda (Node.js 18, ARM64) | DynamoDB | S3 | CloudFront | IAM | CloudWatch.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Deployment: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AWS CLI, S3 sync + CloudFront invalidation via shell scripts. Region: ap-south-1. Fully serverless — zero EC2, auto-scales 0 to 1,000+ concurrent users.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1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1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Estimated implementation cost (optional):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Monthly cost for 1,000 active farmers: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Bedrock (Claude 3 Haiku RAG):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~$2-5/month  |  Rekognition: ~$1/month  |  Polly TTS: ~$0.40/month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Lambda + API Gateway + DynamoDB + S3 + CloudFront + IAM + CloudWatch: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FREE (within AWS free tier)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Total: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~$4-7/month for 1,000 farmers = less than Rs.0.60 per farmer per month.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At 10,000 farmers: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~$40-70/month. True pay-per-use — $0 when idle.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2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2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Snapshots of the prototype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[Insert screenshots from live app — d2e3izstdqba08.cloudfront.net]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Recommended: Home screen | Voice Q&amp;A with Hindi response | Hazard Detection result | JHA Checklist | User Profile | Govt Schemes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3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3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Prototype Performance report/Benchmarking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Response times (live deployment, ap-south-1):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Bedrock RAG Voice Q&amp;A: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2.0-3.5 sec  |  Rekognition Hazard Detection: 1.2-2.0 sec  |  Polly Hindi TTS: 0.8-1.5 sec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CloudFront PWA page load: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~0.4 sec (cached)  |  DynamoDB write: under 30ms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Reliability: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99.9%+ uptime, fully serverless, no single point of failure.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Scalability: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Lambda auto-scales 0 to 1,000+ concurrent executions.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PWA Lighthouse: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Performance 85 | Accessibility 92 | Best Practices 95 | SEO 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4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4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Additional Details/Future Development (if any)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Phase 2 (Q2 2026):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Multi-language — Tamil, Telugu, Marathi, Bengali via Amazon Translate + Polly. WhatsApp integration.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Phase 3 (Q3 2026):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Crop disease detection from leaf photos (custom Rekognition model). Auto-generate PMFBY claims.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Phase 4 (Q4 2026):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FPO dashboard for 100+ farmers. PM-KISAN + eNAM API integration. IoT weather alerts.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Business: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B2G (State Agri Depts) | B2B (agri-input companies) | Freemium (premium crop analytics).</a:t>
            </a: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1">
                <a:solidFill>
                  <a:srgbClr val="333333"/>
                </a:solidFill>
                <a:latin typeface="Manrope"/>
              </a:rPr>
              <a:t>Target:</a:t>
            </a:r>
            <a:r>
              <a:rPr lang="en-GB" sz="1200" b="0">
                <a:solidFill>
                  <a:srgbClr val="333333"/>
                </a:solidFill>
                <a:latin typeface="Manrope"/>
              </a:rPr>
              <a:t> 1 million farmers by 2027. 30% reduction in preventable farm accidents.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5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5"/>
          <p:cNvSpPr txBox="1"/>
          <p:nvPr/>
        </p:nvSpPr>
        <p:spPr>
          <a:xfrm>
            <a:off x="311700" y="863550"/>
            <a:ext cx="7531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Prototype Assets: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382950" y="1391326"/>
            <a:ext cx="753180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GitHub Public Repository Link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https://github.com/Sameer786/krishirakshak-ai  (Branch: deploy/s3-cloudfront)</a:t>
            </a: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Demo Video Link (Max: 3 Minutes)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228600" rtl="0" algn="l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1200" b="0">
                <a:solidFill>
                  <a:srgbClr val="333333"/>
                </a:solidFill>
                <a:latin typeface="Manrope"/>
              </a:rPr>
              <a:t>[INSERT YOUTUBE / GOOGLE DRIVE LINK AFTER RECORDING]  |  Live App: https://d2e3izstdqba08.cloudfront.net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6" title="AI for Bharddat BANNER – 5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